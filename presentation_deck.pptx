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AarogyaBot (आरोग्यबॉट)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Multilingual Healthcare Assistant for Rural India</a:t>
            </a:r>
          </a:p>
          <a:p/>
          <a:p>
            <a:r>
              <a:t>Vision: Bridging the healthcare gap by providing instant, accurate, and localized medical assessments to communities with limited access to immediate medical 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Doctor Shortage: Rural India faces a severe shortage of specialized medical professionals.</a:t>
            </a:r>
          </a:p>
          <a:p>
            <a:r>
              <a:t>2. Language Barriers: Most medical information is in English.</a:t>
            </a:r>
          </a:p>
          <a:p>
            <a:r>
              <a:t>3. Misinformation: Reliance on inaccurate home remedies for severe diseases.</a:t>
            </a:r>
          </a:p>
          <a:p>
            <a:r>
              <a:t>4. Delayed Treatment: Patients wait until symptoms become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AarogyaBot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AarogyaBot acts as a Top-Level Expert Doctor accessible via smartphone.</a:t>
            </a:r>
          </a:p>
          <a:p>
            <a:r>
              <a:t>- Multilingual: Hindi, Tamil, Telugu, Gujarati, Marathi, Hinglish.</a:t>
            </a:r>
          </a:p>
          <a:p>
            <a:r>
              <a:t>- Voice-Enabled: Uses native Speech-to-Text.</a:t>
            </a:r>
          </a:p>
          <a:p>
            <a:r>
              <a:t>- Expert Guidance: Diagnoses symptom clusters &amp; suggests medicine.</a:t>
            </a:r>
          </a:p>
          <a:p>
            <a:r>
              <a:t>- Facility Locator: Instantly locates nearest PHCs using a PIN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decoupled Client-Server architecture:</a:t>
            </a:r>
          </a:p>
          <a:p>
            <a:r>
              <a:t>- Frontend: React, Vite, TailwindCSS, Web Speech API</a:t>
            </a:r>
          </a:p>
          <a:p>
            <a:r>
              <a:t>- Backend: FastAPI, Python</a:t>
            </a:r>
          </a:p>
          <a:p>
            <a:r>
              <a:t>- AI Core: LangChain, Groq API (Llama-3.1), FAISS Vector DB</a:t>
            </a:r>
          </a:p>
          <a:p>
            <a:r>
              <a:t>- Translation: Google Translate (deep-translator)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AI Works (RAG + 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Knowledge Base: Strict database of rural diseases and treatments.</a:t>
            </a:r>
          </a:p>
          <a:p>
            <a:r>
              <a:t>2. Vector Retrieval: FAISS matches user symptoms against knowledge base.</a:t>
            </a:r>
          </a:p>
          <a:p>
            <a:r>
              <a:t>3. Conversational Memory: Tracks session history for natural follow-ups.</a:t>
            </a:r>
          </a:p>
          <a:p>
            <a:r>
              <a:t>4. Safety Guardrails: Emergency protocols and strict reliance on provided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Text-to-Speech (TTS): Read medical advice out loud.</a:t>
            </a:r>
          </a:p>
          <a:p>
            <a:r>
              <a:t>2. WhatsApp Integration: Deploy via Twilio API.</a:t>
            </a:r>
          </a:p>
          <a:p>
            <a:r>
              <a:t>3. Image Recognition: Diagnose visual symptoms (rashes, wounds).</a:t>
            </a:r>
          </a:p>
          <a:p>
            <a:r>
              <a:t>4. Persistent Database: Move memory from RAM to Redis/Supabase.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